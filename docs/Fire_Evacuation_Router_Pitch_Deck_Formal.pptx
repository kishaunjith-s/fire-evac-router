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Dynamic Fire Evacuation Router with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Real-Time Hazard Mapping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02030" y="1821815"/>
            <a:ext cx="103601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Idea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18360" y="2625725"/>
            <a:ext cx="7955280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Problem Statement ID  – 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Problem Statement Title  –  Dynamic Fire Evacuation Router with Real-Time Hazard Mapping</a:t>
            </a:r>
            <a:endParaRPr lang="en-US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Theme  –  IoT and Real-Time Embedded Systems for Life Safety</a:t>
            </a:r>
            <a:endParaRPr lang="en-US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PS Category  –  Software</a:t>
            </a:r>
            <a:endParaRPr lang="en-US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Student Name  –  Kishaunjith S</a:t>
            </a:r>
            <a:endParaRPr lang="en-US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Student ID  –  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23BCE1857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Dynamic Fire Evacuation Router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Idea title: Dynamic Fire Evacuation Router with Real-Time Hazard Mapping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94415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Decentralized, MQTT-based system senses, fuses, and reroutes live</a:t>
            </a:r>
            <a:endParaRPr lang="en-US" sz="20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Non-linear sensor fusion feeds one centralized Dijkstra routing pass</a:t>
            </a:r>
            <a:endParaRPr lang="en-US" sz="20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Broadcasts safest exit direction to every zone within 300 ms</a:t>
            </a:r>
            <a:endParaRPr lang="en-US" sz="20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Replaces static exit signage with live-recalculated LED guidance</a:t>
            </a:r>
            <a:endParaRPr lang="en-US" sz="20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Falls back to shelter-in-place when no safe path exists</a:t>
            </a:r>
            <a:endParaRPr lang="en-US" sz="20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Validated under real load testing, not just a single demo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Dynamic Fire Evacuation Router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Python: Flask, NetworkX, paho-mqtt for core routing logic</a:t>
            </a:r>
            <a:endParaRPr lang="en-US" sz="19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Mosquitto MQTT broker; Node-RED for monitoring dashboard</a:t>
            </a:r>
            <a:endParaRPr lang="en-US" sz="19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HTML, CSS, JavaScript control panel; Web Audio API alarm</a:t>
            </a:r>
            <a:endParaRPr lang="en-US" sz="19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Fusion formula validated on real ESP32 firmware (Wokwi simulation)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1109441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Figure 1. Sensor-to-dashboard system pipeline</a:t>
            </a:r>
            <a:endParaRPr lang="en-US" sz="1400" dirty="0"/>
          </a:p>
        </p:txBody>
      </p:sp>
      <p:pic>
        <p:nvPicPr>
          <p:cNvPr id="5" name="Image 0" descr="/home/claude/pitch2/tech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86200"/>
            <a:ext cx="11094415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Dynamic Fire Evacuation Router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Feasibility and viability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Fully working software prototype validated end-to-end across 36 zones.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874520"/>
          <a:ext cx="11435715" cy="2103120"/>
        </p:xfrm>
        <a:graphic>
          <a:graphicData uri="http://schemas.openxmlformats.org/drawingml/2006/table">
            <a:tbl>
              <a:tblPr/>
              <a:tblGrid>
                <a:gridCol w="2194560"/>
                <a:gridCol w="4816145"/>
                <a:gridCol w="4425315"/>
              </a:tblGrid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3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Issue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3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Root cause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3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Resolution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Redundant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recomputation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Each of 36 nodes independently re-ran Dijkstra per update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One centralized coordinator computes and broadcasts routes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MQTT publish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volume growth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Every node republished LED state on every broadcast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Publish only on real state change, plus keepalive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4251960"/>
            <a:ext cx="1109441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Result: typical recompute latency of 20–130 ms, within the 300 ms budget.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Dynamic Fire Evacuation Router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Artifacts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Source code: full repository publicly available at github.com/kishaunjith-S/fire-evac-router</a:t>
            </a:r>
            <a:endParaRPr lang="en-US" sz="1600" dirty="0"/>
          </a:p>
        </p:txBody>
      </p:sp>
      <p:pic>
        <p:nvPicPr>
          <p:cNvPr id="4" name="Image 0" descr="/home/claude/pitch2/injector_sho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539496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29200"/>
            <a:ext cx="5394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Figure 2. Control-panel simulator</a:t>
            </a:r>
            <a:endParaRPr lang="en-US" sz="1400" dirty="0"/>
          </a:p>
        </p:txBody>
      </p:sp>
      <p:pic>
        <p:nvPicPr>
          <p:cNvPr id="6" name="Image 1" descr="/home/claude/pitch2/dashboard_sh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65960"/>
            <a:ext cx="5879592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5029200"/>
            <a:ext cx="58795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Figure 3. Fire Commander dashboard (Node-RED)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Dynamic Fire Evacuation Router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Research and 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94415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Repository: github.com/kishaunjith-S/fire-evac-router</a:t>
            </a:r>
            <a:endParaRPr lang="en-US" sz="2000" dirty="0"/>
          </a:p>
          <a:p>
            <a:pPr marL="342900" indent="-342900" algn="l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Debugging case study: docs/latency_debugging_notes.md</a:t>
            </a:r>
            <a:endParaRPr lang="en-US" sz="2000" dirty="0"/>
          </a:p>
          <a:p>
            <a:pPr marL="342900" indent="-342900" algn="l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Libraries: NetworkX, Eclipse Mosquitto, paho-mqtt, Node-RED</a:t>
            </a:r>
            <a:endParaRPr lang="en-US" sz="2000" dirty="0"/>
          </a:p>
          <a:p>
            <a:pPr marL="342900" indent="-342900" algn="l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Hardware validation: wokwi.com/projects/470617448491375617</a:t>
            </a:r>
            <a:endParaRPr lang="en-US" sz="2000" dirty="0"/>
          </a:p>
          <a:p>
            <a:pPr marL="342900" indent="-342900" algn="l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Calibration sources: NIST fire data, Kaggle smoke datasets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Dynamic Fire Evacuation Router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33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2207</Words>
  <Application>WPS Presentation</Application>
  <PresentationFormat>On-screen Show (16:9)</PresentationFormat>
  <Paragraphs>98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Times New Roman</vt:lpstr>
      <vt:lpstr>Times New Roman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Kishaunjith S</cp:lastModifiedBy>
  <cp:revision>2</cp:revision>
  <dcterms:created xsi:type="dcterms:W3CDTF">2026-07-26T15:01:00Z</dcterms:created>
  <dcterms:modified xsi:type="dcterms:W3CDTF">2026-07-26T15:04:38Z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C822404A3D0E4B729753500A303C1BD1_12</vt:lpwstr>
  </property>
  <property fmtid="{D5CDD505-2E9C-101B-9397-08002B2CF9AE}" pid="3" name="KSOProductBuildVer">
    <vt:lpwstr>1033-12.1.0.27458</vt:lpwstr>
  </property>
</Properties>
</file>