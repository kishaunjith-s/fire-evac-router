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 with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Real-Time Hazard Mapping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Presentation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4023360"/>
            <a:ext cx="7955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ID  –  [Enter Problem Statement ID]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Title  –  Dynamic Fire Evacuation Router with Real-Time Hazard Mapping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Theme  –  IoT and Real-Time Embedded Systems for Life Safety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Category  –  Software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Name  –  Kishaunjith 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ID  –  [Enter Student ID]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title: Dynamic Fire Evacuation Router with Real-Time Hazard Mapping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1094415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Decentralized, MQTT-based system senses, fuses, and reroutes live</a:t>
            </a:r>
            <a:endParaRPr lang="en-US" sz="20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Non-linear sensor fusion feeds one centralized Dijkstra routing pass</a:t>
            </a:r>
            <a:endParaRPr lang="en-US" sz="20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Broadcasts safest exit direction to every zone within 300 ms</a:t>
            </a:r>
            <a:endParaRPr lang="en-US" sz="20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Replaces static exit signage with live-recalculated LED guidance</a:t>
            </a:r>
            <a:endParaRPr lang="en-US" sz="20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Falls back to shelter-in-place when no safe path exists</a:t>
            </a:r>
            <a:endParaRPr lang="en-US" sz="20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Validated under real load testing, not just a single demo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Python: Flask, NetworkX, paho-mqtt for core routing logic</a:t>
            </a:r>
            <a:endParaRPr lang="en-US" sz="19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Mosquitto MQTT broker; Node-RED for monitoring dashboard</a:t>
            </a:r>
            <a:endParaRPr lang="en-US" sz="19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HTML, CSS, JavaScript control panel; Web Audio API alarm</a:t>
            </a:r>
            <a:endParaRPr lang="en-US" sz="19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Hardware-ready: ESP32 with DHT22, MQ-2, and IR sensors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Sensor-to-dashboard system pipeline</a:t>
            </a:r>
            <a:endParaRPr lang="en-US" sz="1400" dirty="0"/>
          </a:p>
        </p:txBody>
      </p:sp>
      <p:pic>
        <p:nvPicPr>
          <p:cNvPr id="5" name="Image 0" descr="/home/claude/pitch2/tech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11094415" cy="1920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Fully working software prototype validated end-to-end across 36 zones.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2103120"/>
        </p:xfrm>
        <a:graphic>
          <a:graphicData uri="http://schemas.openxmlformats.org/drawingml/2006/table">
            <a:tbl>
              <a:tblPr/>
              <a:tblGrid>
                <a:gridCol w="2194560"/>
                <a:gridCol w="4816145"/>
                <a:gridCol w="4816145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3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Issue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3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Root cause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3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Resolution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C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Redundant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recomputation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Each of 36 nodes independently re-ran Dijkstra per update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centralized coordinator computes and broadcasts routes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MQTT publish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volume growth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Every node republished LED state on every broadcast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Publish only on real state change, plus keepalive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8888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Result: typical recompute latency of 20–130 ms, within the 300 ms budget.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Artifacts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code: full repository publicly available at github.com/kishaunjith-S/fire-evac-router</a:t>
            </a:r>
            <a:endParaRPr lang="en-US" sz="1600" dirty="0"/>
          </a:p>
        </p:txBody>
      </p:sp>
      <p:pic>
        <p:nvPicPr>
          <p:cNvPr id="4" name="Image 0" descr="/home/claude/pitch2/injector_sh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39496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0292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Control-panel simulator</a:t>
            </a:r>
            <a:endParaRPr lang="en-US" sz="1400" dirty="0"/>
          </a:p>
        </p:txBody>
      </p:sp>
      <p:pic>
        <p:nvPicPr>
          <p:cNvPr id="6" name="Image 1" descr="/home/claude/pitch2/dashboard_sh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65960"/>
            <a:ext cx="5879592" cy="3017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5029200"/>
            <a:ext cx="5879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3. Fire Commander dashboard (Node-RED)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Repository: github.com/kishaunjith-S/fire-evac-router</a:t>
            </a:r>
            <a:endParaRPr lang="en-US" sz="20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Debugging case study: docs/latency_debugging_notes.md</a:t>
            </a:r>
            <a:endParaRPr lang="en-US" sz="20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Libraries: NetworkX, Eclipse Mosquitto, paho-mqtt, Node-RED</a:t>
            </a:r>
            <a:endParaRPr lang="en-US" sz="20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Calibration sources: NIST fire data, Kaggle smoke datasets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Fire Evacuation Router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33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2026-07-26T13:07:31Z</dcterms:created>
  <dcterms:modified xsi:type="dcterms:W3CDTF">2026-07-26T13:07:31Z</dcterms:modified>
</cp:coreProperties>
</file>